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4D2F3AD-6EA1-7344-C3F2-274818233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B6CB04C-D614-F0E8-95C9-EC8D9A537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E52791-1C55-4C5F-0851-08C93769A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3AA453-9E91-E78E-0272-F2594C53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D7734BF-68C6-BFCE-7A58-36D257300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0F141BE-F5BF-4F24-F3F0-71971F034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A82831F-4780-0657-11B1-AE0BABEDC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150F4B-9C9A-1C21-EEBF-5F9ACFB9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83FAB32-7A87-510D-1250-06C52EEAA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86D279D-D767-F0DF-BB0E-B312C2D4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B0B01E7-7E6A-C74E-AA30-7FD27DB64F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400" y="5791200"/>
            <a:ext cx="3595721" cy="198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Personalizado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Nicolas Iturrieta</dc:creator>
  <cp:lastModifiedBy>Nicolas Iturrieta</cp:lastModifiedBy>
  <cp:revision>2</cp:revision>
  <dcterms:created xsi:type="dcterms:W3CDTF">2006-08-16T00:00:00Z</dcterms:created>
  <dcterms:modified xsi:type="dcterms:W3CDTF">2026-06-18T00:43:58Z</dcterms:modified>
</cp:coreProperties>
</file>