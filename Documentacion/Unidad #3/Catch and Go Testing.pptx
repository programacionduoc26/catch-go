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B5B579F-5AD1-23F5-D0A6-21A2DDAA83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DB23D02-45BC-57B3-C4B4-629B041BA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28B8E56-898D-FF8F-2CAA-8BF4ED62C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A7FAA38-5849-3330-8020-047C848D93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CA9B687-37AE-4EBB-952F-180F20B05A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2D9B2B4-2E47-3651-8EEF-AE8C0C782A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C000DD6-C091-C201-57D5-6FA004EEE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F78656A-BA3E-AD50-A36B-FE0602163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44324F5-0008-1C3F-581C-B4B88955F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62232F1-6A09-BAAD-5182-FB162CCCFE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25BA9FC-8C2A-A693-BC23-6F2D04B8E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6D2A7D3-6D9B-9DA0-EAC8-BFAC1D933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244F8CA-A52D-1A28-5DAE-9E051489B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4AF94E0-60FB-0C84-D274-1F5E41A64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AD1E5B5-3F42-D89F-4AB1-268E9575C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5370" y="8551912"/>
            <a:ext cx="2270630" cy="5426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Nicolas Iturrieta</dc:creator>
  <cp:lastModifiedBy>Nicolas Iturrieta</cp:lastModifiedBy>
  <cp:revision>2</cp:revision>
  <dcterms:created xsi:type="dcterms:W3CDTF">2006-08-16T00:00:00Z</dcterms:created>
  <dcterms:modified xsi:type="dcterms:W3CDTF">2026-06-18T21:35:51Z</dcterms:modified>
</cp:coreProperties>
</file>