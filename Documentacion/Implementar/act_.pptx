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embeddedFontLst>
    <p:embeddedFont>
      <p:font typeface="Barlow Bold" panose="00000800000000000000" charset="0"/>
      <p:regular r:id="rId4"/>
    </p:embeddedFont>
    <p:embeddedFont>
      <p:font typeface="Spline Sans Bold" panose="020B0604020202020204" charset="0"/>
      <p:regular r:id="rId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89" autoAdjust="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503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4332" y="2483760"/>
            <a:ext cx="3063578" cy="116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50" b="1" dirty="0" err="1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Sábado</a:t>
            </a:r>
            <a:r>
              <a:rPr lang="en-US" sz="3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3-10-2026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3447910" y="1442473"/>
            <a:ext cx="7968235" cy="220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ct val="133000"/>
              </a:lnSpc>
              <a:spcAft>
                <a:spcPts val="1850"/>
              </a:spcAft>
              <a:buFont typeface="Arial" panose="020B0604020202020204" pitchFamily="34" charset="0"/>
              <a:buChar char="•"/>
            </a:pPr>
            <a:endParaRPr lang="es-CL" sz="700" noProof="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69934E3-7252-7008-7FE7-16F8E6BDA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473" y="0"/>
            <a:ext cx="3787061" cy="90590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D1BA97C-4284-C5D1-D260-6B7A5CDDE1AA}"/>
              </a:ext>
            </a:extLst>
          </p:cNvPr>
          <p:cNvSpPr txBox="1"/>
          <p:nvPr/>
        </p:nvSpPr>
        <p:spPr>
          <a:xfrm>
            <a:off x="3879273" y="1165382"/>
            <a:ext cx="7361382" cy="5026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33000"/>
              </a:lnSpc>
              <a:spcAft>
                <a:spcPts val="1850"/>
              </a:spcAft>
              <a:buNone/>
            </a:pPr>
            <a:r>
              <a:rPr lang="es-CL" sz="2400" b="1" noProof="0" dirty="0">
                <a:solidFill>
                  <a:schemeClr val="bg1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Actividad Avanzar y aprovechar tiempo grupal:</a:t>
            </a:r>
          </a:p>
          <a:p>
            <a:pPr marL="285750" indent="-285750" algn="l">
              <a:lnSpc>
                <a:spcPct val="133000"/>
              </a:lnSpc>
              <a:spcAft>
                <a:spcPts val="1850"/>
              </a:spcAft>
              <a:buFont typeface="Arial" panose="020B0604020202020204" pitchFamily="34" charset="0"/>
              <a:buChar char="•"/>
            </a:pPr>
            <a:r>
              <a:rPr lang="es-CL" sz="1800" b="1" dirty="0">
                <a:solidFill>
                  <a:srgbClr val="E0E4E6"/>
                </a:solidFill>
                <a:latin typeface="Barlow Bold" pitchFamily="34" charset="0"/>
              </a:rPr>
              <a:t>Implemente en su proyecto  Colas de mensajería MQ</a:t>
            </a:r>
          </a:p>
          <a:p>
            <a:pPr marL="285750" indent="-285750" algn="l">
              <a:lnSpc>
                <a:spcPct val="133000"/>
              </a:lnSpc>
              <a:spcAft>
                <a:spcPts val="1850"/>
              </a:spcAft>
              <a:buFont typeface="Arial" panose="020B0604020202020204" pitchFamily="34" charset="0"/>
              <a:buChar char="•"/>
            </a:pPr>
            <a:r>
              <a:rPr lang="es-CL" sz="1800" b="1" noProof="0" dirty="0">
                <a:solidFill>
                  <a:srgbClr val="E0E4E6"/>
                </a:solidFill>
                <a:latin typeface="Barlow Bold" pitchFamily="34" charset="0"/>
              </a:rPr>
              <a:t>Utilizar una cola de mensajería Cloud o del Se</a:t>
            </a:r>
            <a:r>
              <a:rPr lang="es-CL" sz="1800" b="1" dirty="0" err="1">
                <a:solidFill>
                  <a:srgbClr val="E0E4E6"/>
                </a:solidFill>
                <a:latin typeface="Barlow Bold" pitchFamily="34" charset="0"/>
              </a:rPr>
              <a:t>rvicio</a:t>
            </a:r>
            <a:r>
              <a:rPr lang="es-CL" sz="1800" b="1" dirty="0">
                <a:solidFill>
                  <a:srgbClr val="E0E4E6"/>
                </a:solidFill>
                <a:latin typeface="Barlow Bold" pitchFamily="34" charset="0"/>
              </a:rPr>
              <a:t> que esté usando en su proyecto. En ultimo caso usar </a:t>
            </a:r>
            <a:r>
              <a:rPr lang="es-CL" sz="1800" b="1" dirty="0" err="1">
                <a:solidFill>
                  <a:srgbClr val="E0E4E6"/>
                </a:solidFill>
                <a:latin typeface="Barlow Bold" pitchFamily="34" charset="0"/>
              </a:rPr>
              <a:t>Rabbit</a:t>
            </a:r>
            <a:r>
              <a:rPr lang="es-CL" sz="1800" b="1" dirty="0">
                <a:solidFill>
                  <a:srgbClr val="E0E4E6"/>
                </a:solidFill>
                <a:latin typeface="Barlow Bold" pitchFamily="34" charset="0"/>
              </a:rPr>
              <a:t> MQ</a:t>
            </a:r>
          </a:p>
          <a:p>
            <a:pPr marL="285750" indent="-285750" algn="l">
              <a:lnSpc>
                <a:spcPct val="133000"/>
              </a:lnSpc>
              <a:spcAft>
                <a:spcPts val="1850"/>
              </a:spcAft>
              <a:buFont typeface="Arial" panose="020B0604020202020204" pitchFamily="34" charset="0"/>
              <a:buChar char="•"/>
            </a:pPr>
            <a:r>
              <a:rPr lang="es-CL" sz="1800" b="1" dirty="0">
                <a:solidFill>
                  <a:srgbClr val="FFFF00"/>
                </a:solidFill>
                <a:latin typeface="Barlow Bold" pitchFamily="34" charset="0"/>
              </a:rPr>
              <a:t>Fundamental poder implementar en lo posible: </a:t>
            </a:r>
            <a:r>
              <a:rPr lang="es-CL" sz="1800" b="1" dirty="0">
                <a:solidFill>
                  <a:srgbClr val="E0E4E6"/>
                </a:solidFill>
                <a:latin typeface="Barlow Bold" pitchFamily="34" charset="0"/>
              </a:rPr>
              <a:t>Mensajes </a:t>
            </a:r>
            <a:r>
              <a:rPr lang="es-CL" sz="1800" b="1" dirty="0" err="1">
                <a:solidFill>
                  <a:srgbClr val="E0E4E6"/>
                </a:solidFill>
                <a:latin typeface="Barlow Bold" pitchFamily="34" charset="0"/>
              </a:rPr>
              <a:t>Sincronos</a:t>
            </a:r>
            <a:r>
              <a:rPr lang="es-CL" sz="1800" b="1" dirty="0">
                <a:solidFill>
                  <a:srgbClr val="E0E4E6"/>
                </a:solidFill>
                <a:latin typeface="Barlow Bold" pitchFamily="34" charset="0"/>
              </a:rPr>
              <a:t>, </a:t>
            </a:r>
            <a:r>
              <a:rPr lang="es-CL" sz="1800" b="1" dirty="0" err="1">
                <a:solidFill>
                  <a:srgbClr val="E0E4E6"/>
                </a:solidFill>
                <a:latin typeface="Barlow Bold" pitchFamily="34" charset="0"/>
              </a:rPr>
              <a:t>Asincronos</a:t>
            </a:r>
            <a:r>
              <a:rPr lang="es-CL" sz="1800" b="1" dirty="0">
                <a:solidFill>
                  <a:srgbClr val="E0E4E6"/>
                </a:solidFill>
                <a:latin typeface="Barlow Bold" pitchFamily="34" charset="0"/>
              </a:rPr>
              <a:t>, </a:t>
            </a:r>
            <a:r>
              <a:rPr lang="es-CL" sz="1800" b="1" dirty="0" err="1">
                <a:solidFill>
                  <a:srgbClr val="E0E4E6"/>
                </a:solidFill>
                <a:latin typeface="Barlow Bold" pitchFamily="34" charset="0"/>
              </a:rPr>
              <a:t>Ack</a:t>
            </a:r>
            <a:r>
              <a:rPr lang="es-CL" b="1" dirty="0">
                <a:solidFill>
                  <a:srgbClr val="E0E4E6"/>
                </a:solidFill>
                <a:latin typeface="Barlow Bold" pitchFamily="34" charset="0"/>
              </a:rPr>
              <a:t> respectivos, durabilidad, </a:t>
            </a:r>
            <a:r>
              <a:rPr lang="es-CL" b="1" dirty="0" err="1">
                <a:solidFill>
                  <a:srgbClr val="E0E4E6"/>
                </a:solidFill>
                <a:latin typeface="Barlow Bold" pitchFamily="34" charset="0"/>
              </a:rPr>
              <a:t>Publish</a:t>
            </a:r>
            <a:r>
              <a:rPr lang="es-CL" b="1" dirty="0">
                <a:solidFill>
                  <a:srgbClr val="E0E4E6"/>
                </a:solidFill>
                <a:latin typeface="Barlow Bold" pitchFamily="34" charset="0"/>
              </a:rPr>
              <a:t> Subscribe, DLX (</a:t>
            </a:r>
            <a:r>
              <a:rPr lang="es-CL" b="1" dirty="0" err="1">
                <a:solidFill>
                  <a:srgbClr val="E0E4E6"/>
                </a:solidFill>
                <a:latin typeface="Barlow Bold" pitchFamily="34" charset="0"/>
              </a:rPr>
              <a:t>Dead</a:t>
            </a:r>
            <a:r>
              <a:rPr lang="es-CL" b="1" dirty="0">
                <a:solidFill>
                  <a:srgbClr val="E0E4E6"/>
                </a:solidFill>
                <a:latin typeface="Barlow Bold" pitchFamily="34" charset="0"/>
              </a:rPr>
              <a:t> </a:t>
            </a:r>
            <a:r>
              <a:rPr lang="es-CL" b="1" dirty="0" err="1">
                <a:solidFill>
                  <a:srgbClr val="E0E4E6"/>
                </a:solidFill>
                <a:latin typeface="Barlow Bold" pitchFamily="34" charset="0"/>
              </a:rPr>
              <a:t>Letter</a:t>
            </a:r>
            <a:r>
              <a:rPr lang="es-CL" b="1" dirty="0">
                <a:solidFill>
                  <a:srgbClr val="E0E4E6"/>
                </a:solidFill>
                <a:latin typeface="Barlow Bold" pitchFamily="34" charset="0"/>
              </a:rPr>
              <a:t>) o DLQ,  políticas de retención y alertas si aplica en su proyecto.</a:t>
            </a:r>
            <a:endParaRPr lang="es-CL" sz="1800" b="1" dirty="0">
              <a:solidFill>
                <a:srgbClr val="E0E4E6"/>
              </a:solidFill>
              <a:latin typeface="Barlow Bold" pitchFamily="34" charset="0"/>
            </a:endParaRPr>
          </a:p>
          <a:p>
            <a:pPr marL="285750" indent="-285750" algn="l">
              <a:lnSpc>
                <a:spcPct val="133000"/>
              </a:lnSpc>
              <a:spcAft>
                <a:spcPts val="1850"/>
              </a:spcAft>
              <a:buFont typeface="Arial" panose="020B0604020202020204" pitchFamily="34" charset="0"/>
              <a:buChar char="•"/>
            </a:pPr>
            <a:r>
              <a:rPr lang="es-CL" sz="1800" b="1" dirty="0">
                <a:solidFill>
                  <a:srgbClr val="FFFF00"/>
                </a:solidFill>
                <a:latin typeface="Barlow Bold" pitchFamily="34" charset="0"/>
              </a:rPr>
              <a:t>No olvide registrar su asistencia.</a:t>
            </a:r>
          </a:p>
          <a:p>
            <a:endParaRPr lang="es-CL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85</Words>
  <Application>Microsoft Office PowerPoint</Application>
  <PresentationFormat>Panorámica</PresentationFormat>
  <Paragraphs>8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Spline Sans Bold</vt:lpstr>
      <vt:lpstr>Barlow Bold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Christopher Tapia Valdivia</dc:creator>
  <cp:lastModifiedBy>SSDD</cp:lastModifiedBy>
  <cp:revision>5</cp:revision>
  <dcterms:created xsi:type="dcterms:W3CDTF">2026-09-08T23:10:42Z</dcterms:created>
  <dcterms:modified xsi:type="dcterms:W3CDTF">2026-10-03T11:24:26Z</dcterms:modified>
</cp:coreProperties>
</file>