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DB0BBD-8478-B641-61E9-26075D4D8A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9A3D5CE-DB2F-25D9-BF8D-4857C08634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55FA09-979A-E43D-FC52-361533496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E12F1-BD33-4806-BA96-4F8FA5B85A6A}" type="datetimeFigureOut">
              <a:rPr lang="es-CL" smtClean="0"/>
              <a:t>26-09-2026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24895F-B241-6D6D-A8FC-6678AB95B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96A4DB6-90CF-9CC1-F0D1-2D17D5FA8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2420A-9310-4B27-B128-32853A68206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34345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5B4149-47D0-0DFF-6481-5ED688EAB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1B0AD5-77CF-5AD5-CF7D-51C21C9CE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401718-B1EC-0328-5188-F54ADF673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E12F1-BD33-4806-BA96-4F8FA5B85A6A}" type="datetimeFigureOut">
              <a:rPr lang="es-CL" smtClean="0"/>
              <a:t>26-09-2026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654068-B50A-4D83-1596-C19B480B9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A22E6BB-DCCB-ECF0-22EC-D992000EE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2420A-9310-4B27-B128-32853A68206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4118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C28649-42ED-8909-2870-00928BF9E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EF71377-53CE-26B1-0B31-4E8516D472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7CF6E8-6532-A3D2-9CB3-E0C0EBDC3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E12F1-BD33-4806-BA96-4F8FA5B85A6A}" type="datetimeFigureOut">
              <a:rPr lang="es-CL" smtClean="0"/>
              <a:t>26-09-2026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3632EE-8F12-0950-6B23-AD28B2EFE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E65C9D6-1677-0344-F866-50BA76F35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2420A-9310-4B27-B128-32853A68206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59233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A58E6C-968E-30DA-8918-9E1122522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3774EC-6FE0-8443-098F-D6F98452E2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7CED5CF-9F17-C6A5-0EFB-5F7DBAE9BD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F0E8903-65BB-193D-57BD-6051C32BF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E12F1-BD33-4806-BA96-4F8FA5B85A6A}" type="datetimeFigureOut">
              <a:rPr lang="es-CL" smtClean="0"/>
              <a:t>26-09-2026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93EF8D6-06AA-8B5F-E9DF-878846488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403397C-3A25-E6FA-3294-3A848CF8E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2420A-9310-4B27-B128-32853A68206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92185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286E8C-843F-3E42-3CC8-E9B0BB75F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2CAB35-E0F5-FCAA-DFB0-42FD0F612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CE38FD0-9C10-29E5-71CB-D435D3084A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24D5654-55E6-9D12-6FF2-48E2FCE4C0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9557BA7-F8EC-5821-B08B-92F86547F4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672AE9F-937D-426C-9556-0ED72A821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E12F1-BD33-4806-BA96-4F8FA5B85A6A}" type="datetimeFigureOut">
              <a:rPr lang="es-CL" smtClean="0"/>
              <a:t>26-09-2026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4DBF88E-816C-F33C-BF20-417D063AF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C61B987-BD04-1178-2D91-14B112F75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2420A-9310-4B27-B128-32853A68206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59566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B6FB94-B62A-3E96-5990-E34E1B3FF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1964E20-4C7C-4098-2B8A-DF9BD68B2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E12F1-BD33-4806-BA96-4F8FA5B85A6A}" type="datetimeFigureOut">
              <a:rPr lang="es-CL" smtClean="0"/>
              <a:t>26-09-2026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0162B32-E177-AEC6-3F03-D152A44DC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56858D8-9ABF-E9B6-B910-4D3CD3391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2420A-9310-4B27-B128-32853A68206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77341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32DE516-61E8-3C8A-91F9-D46AC2906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E12F1-BD33-4806-BA96-4F8FA5B85A6A}" type="datetimeFigureOut">
              <a:rPr lang="es-CL" smtClean="0"/>
              <a:t>26-09-2026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C2BBF3F-3C4A-6106-C258-510D69BD6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CBF0963-4283-6CB9-60BE-D43235408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2420A-9310-4B27-B128-32853A68206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81129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1D2A42-CABA-4F99-8A71-0773F8A46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9C83CA-B20D-DE1E-7049-AD0829E7F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C18157-6524-32EE-DEE8-338B7A2B92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DB9AB83-6D7A-95F6-A9F1-5FC4FFE51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E12F1-BD33-4806-BA96-4F8FA5B85A6A}" type="datetimeFigureOut">
              <a:rPr lang="es-CL" smtClean="0"/>
              <a:t>26-09-2026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96C0B12-C843-8312-3A8E-180FB8F46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705F7DC-90E6-48FB-C668-44A0D4E17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2420A-9310-4B27-B128-32853A68206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01887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454CCC-AC0A-0DAB-B7A8-096E119BF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9E2E474-33C4-32E3-2C30-B13D6BF3F6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A38BFE-9C56-49CE-031C-69F59C0C81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A911E2-0EA2-12B6-EB9F-066BC2CED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E12F1-BD33-4806-BA96-4F8FA5B85A6A}" type="datetimeFigureOut">
              <a:rPr lang="es-CL" smtClean="0"/>
              <a:t>26-09-2026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32A2CA-380C-F2A7-6AD6-58A1623D9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AC0945A-8907-536F-68E9-B3D2D3910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2420A-9310-4B27-B128-32853A68206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29470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5372B2-43C1-BE77-6444-996FF611C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66A994A-5CA9-DA98-7CBB-C7266ECBCD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AF0A9E-3ADC-440E-BEAD-C781698F0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E12F1-BD33-4806-BA96-4F8FA5B85A6A}" type="datetimeFigureOut">
              <a:rPr lang="es-CL" smtClean="0"/>
              <a:t>26-09-2026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2B6DBB-7C59-4205-EF94-8AA1F253A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6478F9-4026-7BC4-EE88-1512489CF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2420A-9310-4B27-B128-32853A68206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6314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D12CC55-90C3-26A3-C6D8-1A21942960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02A3CD2-DC0C-F3B9-86E2-276FB77762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6D06DD-6379-5A61-8364-D4D2AAF3C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E12F1-BD33-4806-BA96-4F8FA5B85A6A}" type="datetimeFigureOut">
              <a:rPr lang="es-CL" smtClean="0"/>
              <a:t>26-09-2026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4D66BC-EE59-CD49-D051-9FF22051F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EA5FF50-CA9E-E5BB-40DE-F34106074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2420A-9310-4B27-B128-32853A68206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021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35444AA-99BD-E456-F020-0EBE719A8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096E0D-854B-72A4-0086-D38ED0D878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55986C-991F-EB1B-0D53-1BE6A73085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EE12F1-BD33-4806-BA96-4F8FA5B85A6A}" type="datetimeFigureOut">
              <a:rPr lang="es-CL" smtClean="0"/>
              <a:t>26-09-2026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8584F1-126F-B00E-BEB2-4A7A090683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9C39D2-78DC-6C2C-9DFB-8F8E7872A2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72420A-9310-4B27-B128-32853A68206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49813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ED1EF8-3BBE-D7F0-14EC-758C9CE277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 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6287FA9-5A3C-1CD8-7F96-123B7CA0FF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 </a:t>
            </a:r>
            <a:endParaRPr lang="es-CL" dirty="0"/>
          </a:p>
        </p:txBody>
      </p:sp>
      <p:sp>
        <p:nvSpPr>
          <p:cNvPr id="4" name="AutoShape 2" descr="Duoc UC Logo PNG Vector (AI) Free Download">
            <a:extLst>
              <a:ext uri="{FF2B5EF4-FFF2-40B4-BE49-F238E27FC236}">
                <a16:creationId xmlns:a16="http://schemas.microsoft.com/office/drawing/2014/main" id="{8D20662B-E7BC-DDFE-41B3-99A114697A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845F0BD-29B3-8DFA-BEB7-B10E19732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080"/>
            <a:ext cx="5715000" cy="5715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232F643-B36D-3727-309A-F9A02244E744}"/>
              </a:ext>
            </a:extLst>
          </p:cNvPr>
          <p:cNvSpPr txBox="1"/>
          <p:nvPr/>
        </p:nvSpPr>
        <p:spPr>
          <a:xfrm>
            <a:off x="5618480" y="349767"/>
            <a:ext cx="625856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u="sng" dirty="0"/>
              <a:t>Sábado  26-09-2026  ACTIVIDAD LAB</a:t>
            </a:r>
          </a:p>
          <a:p>
            <a:endParaRPr lang="es-MX" sz="2800" b="1" dirty="0"/>
          </a:p>
          <a:p>
            <a:pPr marL="571500" indent="-571500">
              <a:buFont typeface="+mj-lt"/>
              <a:buAutoNum type="arabicPeriod"/>
            </a:pPr>
            <a:r>
              <a:rPr lang="es-MX" sz="2800" b="1" dirty="0"/>
              <a:t>Implemente en su proyecto Cola de Mensajería Asíncrona -Síncrona (MQ) con la herramienta Cloud u </a:t>
            </a:r>
            <a:r>
              <a:rPr lang="es-MX" sz="2800" b="1" dirty="0" err="1"/>
              <a:t>afin</a:t>
            </a:r>
            <a:r>
              <a:rPr lang="es-MX" sz="2800" b="1" dirty="0"/>
              <a:t> que estén usando.</a:t>
            </a:r>
          </a:p>
          <a:p>
            <a:pPr marL="571500" indent="-571500">
              <a:buFont typeface="+mj-lt"/>
              <a:buAutoNum type="arabicPeriod"/>
            </a:pPr>
            <a:r>
              <a:rPr lang="es-MX" sz="2800" b="1" dirty="0"/>
              <a:t>Si no tiene una, utilizar </a:t>
            </a:r>
            <a:r>
              <a:rPr lang="es-MX" sz="2800" b="1" dirty="0" err="1"/>
              <a:t>Rabbit</a:t>
            </a:r>
            <a:r>
              <a:rPr lang="es-MX" sz="2800" b="1" dirty="0"/>
              <a:t> MQ del laboratorio anterior 2.1</a:t>
            </a:r>
            <a:endParaRPr lang="es-CL" sz="2800" b="1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E5E123E-8990-3D7A-80F2-EEA03A693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3981272"/>
            <a:ext cx="5304193" cy="229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566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</Words>
  <Application>Microsoft Office PowerPoint</Application>
  <PresentationFormat>Panorámica</PresentationFormat>
  <Paragraphs>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SSDD</dc:creator>
  <cp:lastModifiedBy>SSDD</cp:lastModifiedBy>
  <cp:revision>2</cp:revision>
  <dcterms:created xsi:type="dcterms:W3CDTF">2026-09-26T11:19:54Z</dcterms:created>
  <dcterms:modified xsi:type="dcterms:W3CDTF">2026-09-26T11:21:21Z</dcterms:modified>
</cp:coreProperties>
</file>